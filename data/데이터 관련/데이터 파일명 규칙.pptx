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presProps" Target="presProps.xml"  /><Relationship Id="rId4" Type="http://schemas.openxmlformats.org/officeDocument/2006/relationships/viewProps" Target="viewProps.xml"  /><Relationship Id="rId5" Type="http://schemas.openxmlformats.org/officeDocument/2006/relationships/theme" Target="theme/theme1.xml"  /><Relationship Id="rId6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26390" t="24060" r="55640" b="14770"/>
          <a:stretch>
            <a:fillRect/>
          </a:stretch>
        </p:blipFill>
        <p:spPr>
          <a:xfrm>
            <a:off x="0" y="0"/>
            <a:ext cx="5036633" cy="685627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l="3530" t="24300" r="74500" b="44550"/>
          <a:stretch>
            <a:fillRect/>
          </a:stretch>
        </p:blipFill>
        <p:spPr>
          <a:xfrm>
            <a:off x="5424604" y="0"/>
            <a:ext cx="6468993" cy="366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123064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화면 슬라이드 쇼(4:3)</ep:PresentationFormat>
  <ep:Paragraphs>0</ep:Paragraphs>
  <ep:Slides>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한컴오피스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2025-09-09T03:27:46.903</dcterms:created>
  <dc:creator>human</dc:creator>
  <cp:lastModifiedBy>human</cp:lastModifiedBy>
  <dcterms:modified xsi:type="dcterms:W3CDTF">2025-09-09T03:30:40.703</dcterms:modified>
  <cp:revision>1</cp:revision>
  <cp:version>12.0.0.4204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